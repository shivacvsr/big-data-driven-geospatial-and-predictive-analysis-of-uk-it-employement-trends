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21F63-C951-48BF-869E-B32389EE3BF2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006A3-EA57-44F3-953A-021E606E94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4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61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5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82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78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6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14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5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7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1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18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196A2-91D5-445B-9388-7FD9F80E495F}" type="datetimeFigureOut">
              <a:rPr lang="en-IN" smtClean="0"/>
              <a:t>06-08-2025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1F061-FEF6-4CEA-B7EC-48F3A980D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878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CCAE-C587-231D-DEB7-A9617F5D3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608" y="1442402"/>
            <a:ext cx="8735568" cy="2727261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Data-Driven Geospatial and Predictive Analysis of UK IT Employment Trends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2FE31-F5F6-1575-888D-A8654EEB8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Venkata Samba Siva Reddy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Chilamuru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 Wang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MSc Data Science, University of Greenwich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80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79E1-36AA-2768-8E83-F2BC8804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946150"/>
            <a:ext cx="10515600" cy="1325563"/>
          </a:xfrm>
        </p:spPr>
        <p:txBody>
          <a:bodyPr>
            <a:normAutofit/>
          </a:bodyPr>
          <a:lstStyle/>
          <a:p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114D55-CD6F-85B9-8AE3-CBB529656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072" y="1737603"/>
            <a:ext cx="9515856" cy="3968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noticed that people looking for jobs,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especially in the IT sector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don’t always have up-to-date information about: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jobs are trending right now,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cities have the most opportunities, And whether jobs are remote or on-site.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websites and dashboards use static datasets from sources like Kaggle, which can be old or not real-world.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I wanted to solve this by building a system that gives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market insights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LinkedIn job listings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23171-6C64-6CE2-C7C2-CB3B88E0AE87}"/>
              </a:ext>
            </a:extLst>
          </p:cNvPr>
          <p:cNvSpPr txBox="1"/>
          <p:nvPr/>
        </p:nvSpPr>
        <p:spPr>
          <a:xfrm>
            <a:off x="2496312" y="399772"/>
            <a:ext cx="6723888" cy="1045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Chose This Project </a:t>
            </a:r>
          </a:p>
          <a:p>
            <a:pPr lvl="0"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(Problem Statement)</a:t>
            </a:r>
          </a:p>
        </p:txBody>
      </p:sp>
    </p:spTree>
    <p:extLst>
      <p:ext uri="{BB962C8B-B14F-4D97-AF65-F5344CB8AC3E}">
        <p14:creationId xmlns:p14="http://schemas.microsoft.com/office/powerpoint/2010/main" val="260168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FD5A-284B-6B97-51FE-009C77F6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Project Goal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8018ED-797B-F23B-697E-289F2DE613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512" y="1861750"/>
            <a:ext cx="10390632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1.Collects job postings from LinkedIn daily,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Understands things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role, experience level, and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this data in the cloud,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finally, shows everything on an easy-to-use dashboard.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basically , I built a smart dashboard that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IT jobs are in 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 they 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people 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remote or hybrid)</a:t>
            </a:r>
          </a:p>
        </p:txBody>
      </p:sp>
    </p:spTree>
    <p:extLst>
      <p:ext uri="{BB962C8B-B14F-4D97-AF65-F5344CB8AC3E}">
        <p14:creationId xmlns:p14="http://schemas.microsoft.com/office/powerpoint/2010/main" val="136712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385D-97C7-364F-89B3-57A81469B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5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8F800F-8246-235D-72C6-8473A91EA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4816" y="1758195"/>
            <a:ext cx="10158984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writing the scraper that collects job listings.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read and extract data from the HTML of LinkedIn pages.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Lambda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this runs my code automatically every day without needing a server.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S3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stores all the job data safely in CSV format.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I used this to store job records in a structured way.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for creating visual dashboards with filters and maps.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of this is automated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acts like a timer that tells Lambda when to run the job scraper.</a:t>
            </a:r>
          </a:p>
        </p:txBody>
      </p:sp>
    </p:spTree>
    <p:extLst>
      <p:ext uri="{BB962C8B-B14F-4D97-AF65-F5344CB8AC3E}">
        <p14:creationId xmlns:p14="http://schemas.microsoft.com/office/powerpoint/2010/main" val="131177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4EB8-8BBD-FD2B-C710-1F355B7D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416" y="392557"/>
            <a:ext cx="9339072" cy="1325563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Project Works (End-to-End)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9342898-BE89-1ACF-A286-19F08C30B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416" y="2052258"/>
            <a:ext cx="10168128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Triggers Lambda daily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Runs Python scraper for IT roles from LinkedIn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Removes duplicates, classifies job type, extracts location.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Converts location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API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Saves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S3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Visualizes job trends by role, city, level, and work type</a:t>
            </a:r>
          </a:p>
        </p:txBody>
      </p:sp>
    </p:spTree>
    <p:extLst>
      <p:ext uri="{BB962C8B-B14F-4D97-AF65-F5344CB8AC3E}">
        <p14:creationId xmlns:p14="http://schemas.microsoft.com/office/powerpoint/2010/main" val="426338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43B0-1C6F-AFDF-DE31-34EFA72D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56" y="666877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It's Different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D07E1-5E06-334B-264E-AF0B03B69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1862201"/>
            <a:ext cx="10515600" cy="171310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LinkedIn 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pre-made datasets)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pipeline with AWS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mapping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to other industries or countries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8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A713-A3B5-263E-3078-1422B458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845F3FA0-CF0E-0F34-F72A-DF39A3AB9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69136E-CCA0-1756-F6E8-9F1F66A3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288" y="2154742"/>
            <a:ext cx="8388835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other job websites like Indeed or Glassdoor,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salary data and use machine learning to predict trends,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show even more detailed location info — like postcode-level analysis or heatmaps.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52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9A07867-2FD4-F519-EE80-687D4CBA9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5000" b="1" dirty="0"/>
              <a:t>Questions</a:t>
            </a:r>
            <a:r>
              <a:rPr lang="en-IN" b="1" dirty="0"/>
              <a:t>?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2140</TotalTime>
  <Words>440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Times New Roman</vt:lpstr>
      <vt:lpstr>Office 2013 - 2022 Theme</vt:lpstr>
      <vt:lpstr>Big Data-Driven Geospatial and Predictive Analysis of UK IT Employment Trends  </vt:lpstr>
      <vt:lpstr> </vt:lpstr>
      <vt:lpstr>Project Goal</vt:lpstr>
      <vt:lpstr>Tools and Technologies </vt:lpstr>
      <vt:lpstr>How the Project Works (End-to-End)</vt:lpstr>
      <vt:lpstr>How It's Different </vt:lpstr>
      <vt:lpstr>Future Improvements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 Mallarapu</dc:creator>
  <cp:lastModifiedBy>Kalyan Mallarapu</cp:lastModifiedBy>
  <cp:revision>2</cp:revision>
  <dcterms:created xsi:type="dcterms:W3CDTF">2025-07-05T07:34:41Z</dcterms:created>
  <dcterms:modified xsi:type="dcterms:W3CDTF">2025-08-06T21:19:55Z</dcterms:modified>
</cp:coreProperties>
</file>